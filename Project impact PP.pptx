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24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7E1780-D22B-9C45-92F6-303DB4E32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6AB08F1-5C06-F77F-7C38-D7EB76A3B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CE26900-C72D-6DA9-3D2E-EE92AB94E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5DD2-DBA3-4FD8-ACC0-ABCA4F44A7AB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CC35748-5B19-22B4-F17A-2E8914510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FAE6939-27A2-2F3C-2703-3F9F622F2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94970-84C5-4F11-BB69-20FE0258605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3309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272C1F-80DB-95EE-C96D-D67F5EE2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E0E6B70-BF8C-E45E-4FA4-A5A498559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3E03AB6-0C7D-C5A7-6597-D3FA8A4D3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5DD2-DBA3-4FD8-ACC0-ABCA4F44A7AB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6445CE-6284-7B8E-E2A0-EDFA27BD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7A2B771-AA7F-E6E7-2342-C71BCED2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94970-84C5-4F11-BB69-20FE0258605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5212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B1DA2F-C3B4-280E-3883-C0250BB5B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23D5693-255E-9252-B660-FC3C79592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FE59510-C45C-A0C3-7874-2AC803503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5DD2-DBA3-4FD8-ACC0-ABCA4F44A7AB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29688E2-5CD5-03DA-5AAD-4D508160B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94713E3-50A2-FFFF-1BB8-4467F7E94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94970-84C5-4F11-BB69-20FE0258605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4618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04A2C9-6353-D7B8-331D-4E18224F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1EFE0E-07FA-9BE2-57A3-CD597AF9C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8190A77-1DE1-C3EB-CD1E-D1C753059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C5785D8-206C-F9F8-3162-773569C4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5DD2-DBA3-4FD8-ACC0-ABCA4F44A7AB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0F06FC7-29B4-1034-DFF0-E6C0076E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B4FC1A4-BB9B-2492-E6B2-C7BD2DA29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94970-84C5-4F11-BB69-20FE0258605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4247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AADA37-EE4F-D023-938A-793EC6056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47EA1B8-D0C5-BD28-A02E-FAC97D43A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E943E42-57E7-7733-31A4-2BAE7F53C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218068D-65C3-E6DD-E47F-0B4E66ADF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4264947-F69A-798F-BF82-05E533ED4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3068FBC-D50B-BCB0-118D-1086E4DDF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5DD2-DBA3-4FD8-ACC0-ABCA4F44A7AB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A996CE43-227A-D8CA-5499-6FE0561A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EB5D596-8B71-EC09-256C-60236DED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94970-84C5-4F11-BB69-20FE0258605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235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90D73F-E646-7EBD-ECFC-CB8977B44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1C1918A-102B-D066-C537-4E610DBC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5DD2-DBA3-4FD8-ACC0-ABCA4F44A7AB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4BE900D-1258-5E80-8533-51BFACC82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7E170B5-003C-189F-0D24-E55536B6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94970-84C5-4F11-BB69-20FE0258605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8411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E181345-BC72-C93E-5544-355077AF7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5DD2-DBA3-4FD8-ACC0-ABCA4F44A7AB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2A84C77-C266-53BB-B806-AAB8B5376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2CEF1CA-6119-1D9E-01EF-10408023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94970-84C5-4F11-BB69-20FE0258605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523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8FEFA9-126D-0F85-964A-E28BEB571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45F14C-DF16-8C34-730C-87CDBB0B2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88EA088-97CD-B4E5-B492-D96D300CD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2B06F31-83F0-8DAB-2579-9365C040C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5DD2-DBA3-4FD8-ACC0-ABCA4F44A7AB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CA6C23E-B678-3E7F-D317-1C5D6ADDE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E9B5C8B-8115-9B0F-8FEE-4FEE7DC0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94970-84C5-4F11-BB69-20FE0258605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474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01839D-5CEA-686A-0C1F-981D29B24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427F8D5-DB91-24D1-F4CA-865C7F2F9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D0EA662-7E51-4958-6FAF-C0DA62A3C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D193AB7-BA08-D5A2-5A68-3339EE25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5DD2-DBA3-4FD8-ACC0-ABCA4F44A7AB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3E60E14-1EAE-9B29-459A-280ACF0B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5F8F725-E1DB-2E6D-62AE-2A3C69B2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94970-84C5-4F11-BB69-20FE0258605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2592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A37F0E-84B1-11E6-B4D1-C7F607519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019B9C9-4356-17B8-D73F-9CCF52CD5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EF19502-9AD8-1CA1-9FA0-F9FF8C9E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5DD2-DBA3-4FD8-ACC0-ABCA4F44A7AB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66062A6-A66F-8B1A-8078-3BEF0CCE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E2988E-C801-9046-9D1E-7DE092D2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94970-84C5-4F11-BB69-20FE0258605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462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EED234E1-5EF1-256A-1743-64196D182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F184F99-6EC1-F207-14CF-50585437A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414BF8-0332-952A-621B-837920246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5DD2-DBA3-4FD8-ACC0-ABCA4F44A7AB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377BF57-9F0B-468C-8082-CD9AD561D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D9566F2-9EA7-DFB9-6D3F-1F661E59C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94970-84C5-4F11-BB69-20FE0258605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150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6D85A624-0787-C8E2-7997-3CF939B99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D17533D-0F01-FBCC-54F3-79093C668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A52E8BC-B2A5-77C1-63BA-DDA7D4BF5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335DD2-DBA3-4FD8-ACC0-ABCA4F44A7AB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7B6849F-C3FB-1181-1CEB-837A6F9C7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011C339-69EF-3FC0-8792-F72A00240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94970-84C5-4F11-BB69-20FE0258605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674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96955B-8554-46FF-77AA-A59935AD8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23C35DA-AB0A-90E5-2B86-892F10AD86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9226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accent1">
                <a:lumMod val="5000"/>
                <a:lumOff val="95000"/>
              </a:schemeClr>
            </a:gs>
            <a:gs pos="69000">
              <a:srgbClr val="FFCD00"/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2FF475-89A0-2E8E-3091-A7DCD0BF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nl-NL" sz="3200" b="1" spc="230" dirty="0">
                <a:latin typeface="Merriweather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Project Impact Festival: </a:t>
            </a:r>
            <a:r>
              <a:rPr lang="nl-NL" sz="3200" b="1" spc="230" dirty="0" err="1">
                <a:latin typeface="Merriweather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Quality</a:t>
            </a:r>
            <a:r>
              <a:rPr lang="nl-NL" sz="3200" b="1" spc="230" dirty="0">
                <a:latin typeface="Merriweather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of </a:t>
            </a:r>
            <a:r>
              <a:rPr lang="nl-NL" sz="3200" b="1" spc="230" dirty="0" err="1">
                <a:latin typeface="Merriweather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Government</a:t>
            </a:r>
            <a:endParaRPr lang="nl-NL" sz="3200" b="1" spc="230" dirty="0">
              <a:latin typeface="Merriweather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341F8F1-7575-D57C-EB39-C4EDC521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2"/>
            <a:ext cx="2474912" cy="4719637"/>
          </a:xfrm>
          <a:ln w="19050">
            <a:solidFill>
              <a:schemeClr val="tx2">
                <a:lumMod val="90000"/>
                <a:lumOff val="10000"/>
              </a:schemeClr>
            </a:solidFill>
          </a:ln>
        </p:spPr>
        <p:txBody>
          <a:bodyPr anchor="t"/>
          <a:lstStyle/>
          <a:p>
            <a:pPr algn="ctr"/>
            <a:r>
              <a:rPr lang="nl-NL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Societal</a:t>
            </a:r>
            <a:r>
              <a:rPr lang="nl-NL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Jlnnmb,nb</a:t>
            </a:r>
            <a:endParaRPr lang="nl-NL" sz="16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Ljihkkh</a:t>
            </a:r>
            <a:endParaRPr lang="nl-NL" sz="16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lhjkjlkj</a:t>
            </a:r>
            <a:endParaRPr lang="nl-NL" sz="16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EA112CF3-C7C8-FE8B-8D87-2BABE85C2411}"/>
              </a:ext>
            </a:extLst>
          </p:cNvPr>
          <p:cNvSpPr txBox="1">
            <a:spLocks/>
          </p:cNvSpPr>
          <p:nvPr/>
        </p:nvSpPr>
        <p:spPr>
          <a:xfrm>
            <a:off x="3517341" y="1681160"/>
            <a:ext cx="2474912" cy="4719637"/>
          </a:xfrm>
          <a:prstGeom prst="rect">
            <a:avLst/>
          </a:prstGeom>
          <a:ln w="19050">
            <a:solidFill>
              <a:schemeClr val="tx2">
                <a:lumMod val="90000"/>
                <a:lumOff val="10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</a:t>
            </a:r>
            <a:endParaRPr lang="nl-NL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Jlnnmb,nb</a:t>
            </a:r>
            <a:endParaRPr lang="nl-NL" sz="16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Ljihkkh</a:t>
            </a:r>
            <a:endParaRPr lang="nl-NL" sz="16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lhjkjlkj</a:t>
            </a:r>
            <a:endParaRPr lang="nl-NL" sz="16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ijdelijke aanduiding voor tekst 2">
            <a:extLst>
              <a:ext uri="{FF2B5EF4-FFF2-40B4-BE49-F238E27FC236}">
                <a16:creationId xmlns:a16="http://schemas.microsoft.com/office/drawing/2014/main" id="{A67F6225-5B19-535A-DD5D-20B8C914C4AF}"/>
              </a:ext>
            </a:extLst>
          </p:cNvPr>
          <p:cNvSpPr txBox="1">
            <a:spLocks/>
          </p:cNvSpPr>
          <p:nvPr/>
        </p:nvSpPr>
        <p:spPr>
          <a:xfrm>
            <a:off x="6199748" y="1681160"/>
            <a:ext cx="2474912" cy="4719637"/>
          </a:xfrm>
          <a:prstGeom prst="rect">
            <a:avLst/>
          </a:prstGeom>
          <a:ln w="19050">
            <a:solidFill>
              <a:schemeClr val="tx2">
                <a:lumMod val="90000"/>
                <a:lumOff val="10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Solution</a:t>
            </a:r>
            <a:endParaRPr lang="nl-NL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Jlnnmb,nb</a:t>
            </a:r>
            <a:endParaRPr lang="nl-NL" sz="16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Ljihkkh</a:t>
            </a:r>
            <a:endParaRPr lang="nl-NL" sz="16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lhjkjlkj</a:t>
            </a:r>
            <a:endParaRPr lang="nl-NL" sz="16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ijdelijke aanduiding voor tekst 2">
            <a:extLst>
              <a:ext uri="{FF2B5EF4-FFF2-40B4-BE49-F238E27FC236}">
                <a16:creationId xmlns:a16="http://schemas.microsoft.com/office/drawing/2014/main" id="{001DDCA5-FAC5-F157-3B91-E884FF03E4CB}"/>
              </a:ext>
            </a:extLst>
          </p:cNvPr>
          <p:cNvSpPr txBox="1">
            <a:spLocks/>
          </p:cNvSpPr>
          <p:nvPr/>
        </p:nvSpPr>
        <p:spPr>
          <a:xfrm>
            <a:off x="8880477" y="1681160"/>
            <a:ext cx="2474912" cy="4719637"/>
          </a:xfrm>
          <a:prstGeom prst="rect">
            <a:avLst/>
          </a:prstGeom>
          <a:ln w="19050">
            <a:solidFill>
              <a:schemeClr val="tx2">
                <a:lumMod val="90000"/>
                <a:lumOff val="10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Evaluation</a:t>
            </a:r>
            <a:endParaRPr lang="nl-NL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Jlnnmb,nb</a:t>
            </a:r>
            <a:endParaRPr lang="nl-NL" sz="16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Ljihkkh</a:t>
            </a:r>
            <a:endParaRPr lang="nl-NL" sz="16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lhjkjlkj</a:t>
            </a:r>
            <a:endParaRPr lang="nl-NL" sz="16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5" name="Afbeelding 14" descr="Afbeelding met geel, vuurwerk&#10;&#10;Door AI gegenereerde inhoud is mogelijk onjuist.">
            <a:extLst>
              <a:ext uri="{FF2B5EF4-FFF2-40B4-BE49-F238E27FC236}">
                <a16:creationId xmlns:a16="http://schemas.microsoft.com/office/drawing/2014/main" id="{907D434D-FF03-F872-42A0-9C4F5B4AB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2452" y="-353569"/>
            <a:ext cx="4105664" cy="162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906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32</Words>
  <Application>Microsoft Office PowerPoint</Application>
  <PresentationFormat>Breedbeeld</PresentationFormat>
  <Paragraphs>17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Merriweather</vt:lpstr>
      <vt:lpstr>Open sans</vt:lpstr>
      <vt:lpstr>Kantoorthema</vt:lpstr>
      <vt:lpstr>PowerPoint-presentatie</vt:lpstr>
      <vt:lpstr>Project Impact Festival: Quality of Government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Osaro Orebor</dc:creator>
  <cp:lastModifiedBy>Osaro Orebor</cp:lastModifiedBy>
  <cp:revision>1</cp:revision>
  <dcterms:created xsi:type="dcterms:W3CDTF">2026-01-21T21:40:36Z</dcterms:created>
  <dcterms:modified xsi:type="dcterms:W3CDTF">2026-01-21T21:53:44Z</dcterms:modified>
</cp:coreProperties>
</file>